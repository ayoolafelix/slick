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Slick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DFF7F2"/>
          </a:solidFill>
          <a:ln w="12700">
            <a:solidFill>
              <a:srgbClr val="7FD1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85039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720"/>
                </a:solidFill>
              </a:rPr>
              <a:t>48-hour launch mode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1417320"/>
            <a:ext cx="5852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Programmable monetization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layer on Solana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03504" y="3246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9616F"/>
                </a:solidFill>
              </a:rPr>
              <a:t>A creator sets a price. A buyer pays in SOL. Content unlocks. Access can become a transferable NFT.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98080" y="1005840"/>
            <a:ext cx="3383280" cy="448056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417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1C8"/>
                </a:solidFill>
              </a:rPr>
              <a:t>Creator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72600" y="2240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1C8"/>
                </a:solidFill>
              </a:rPr>
              <a:t>Link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0" y="3017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1C8"/>
                </a:solidFill>
              </a:rPr>
              <a:t>Buyer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6968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1C8"/>
                </a:solidFill>
              </a:rPr>
              <a:t>Access pass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595360" y="1901952"/>
            <a:ext cx="731520" cy="329184"/>
          </a:xfrm>
          <a:prstGeom prst="chevron">
            <a:avLst/>
          </a:prstGeom>
          <a:solidFill>
            <a:srgbClr val="EE8D5A"/>
          </a:solidFill>
          <a:ln w="12700">
            <a:solidFill>
              <a:srgbClr val="EE8D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66760" y="3675888"/>
            <a:ext cx="731520" cy="329184"/>
          </a:xfrm>
          <a:prstGeom prst="chevron">
            <a:avLst/>
          </a:prstGeom>
          <a:solidFill>
            <a:srgbClr val="EE8D5A"/>
          </a:solidFill>
          <a:ln w="12700">
            <a:solidFill>
              <a:srgbClr val="EE8D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57150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8D5A"/>
                </a:solidFill>
              </a:rPr>
              <a:t>https://slick-web-lemon.vercel.app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0" y="6263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616F"/>
                </a:solidFill>
              </a:rPr>
              <a:t>1 /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Creators still rent monetization from closed platforms.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4447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616F"/>
                </a:solidFill>
              </a:rPr>
              <a:t>Every time a creator charges online, they usually lose one of three things.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0E6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112264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8D5A"/>
                </a:solidFill>
              </a:rPr>
              <a:t>Margin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" y="2386584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Platform fees stack up fast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86207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Paid access usually lives inside someone else’s checkout, audience, and take-rate.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401568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0E6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547872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8D5A"/>
                </a:solidFill>
              </a:rPr>
              <a:t>Control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" y="382219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Brand and distribution get diluted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4672" y="4297680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The creator’s product becomes a feature inside a larger platform instead of a direct relationship.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828032"/>
            <a:ext cx="3383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0E6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4974336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8D5A"/>
                </a:solidFill>
              </a:rPr>
              <a:t>Portability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4672" y="5248656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Access usually cannot travel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4672" y="5724144"/>
            <a:ext cx="305409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Once payment is complete, the unlock is rarely reusable anywhere else.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874520"/>
            <a:ext cx="5852160" cy="4206240"/>
          </a:xfrm>
          <a:prstGeom prst="rect">
            <a:avLst/>
          </a:prstGeom>
          <a:solidFill>
            <a:srgbClr val="DFF7F2"/>
          </a:solidFill>
          <a:ln w="12700">
            <a:solidFill>
              <a:srgbClr val="DFF7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27432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are not building another creator platform.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are building the programmable monetization layer underneath it.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601200" y="6263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616F"/>
                </a:solidFill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solutions are either closed, clunky, or non-portable.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F0E6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975104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8D5A"/>
                </a:solidFill>
              </a:rPr>
              <a:t>Platform-first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" y="2249424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Traditional creator tools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2724912"/>
            <a:ext cx="291693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Easy checkout.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Audience lives on the platform.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Take-rate stays with the intermediary.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Access is not portable.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60520" y="182880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F0E6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25112" y="1975104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8D5A"/>
                </a:solidFill>
              </a:rPr>
              <a:t>Crypto-native but awkward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25112" y="2249424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Wallet payment experiments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25112" y="2724912"/>
            <a:ext cx="291693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On-chain rails are real.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UX often feels bolted 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Unlock logic is fragile.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Few products make access reusable.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80960" y="182880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071018"/>
          </a:solidFill>
          <a:ln w="12700">
            <a:solidFill>
              <a:srgbClr val="0710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45552" y="1975104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D1C8"/>
                </a:solidFill>
              </a:rPr>
              <a:t>Our position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845552" y="2249424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45552" y="2724912"/>
            <a:ext cx="291693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Direct creator link.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Payment in SOL.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Unlock immediately.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Turn access into a wallet-held pass when it matters.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0" y="6263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616F"/>
                </a:solidFill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product is intentionally small so the primitive is obvious.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7FD1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28895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77824" y="3218688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616F"/>
                </a:solidFill>
              </a:rPr>
              <a:t>Sets price, picks unlock model, shares link.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88920" y="3136392"/>
            <a:ext cx="594360" cy="329184"/>
          </a:xfrm>
          <a:prstGeom prst="chevron">
            <a:avLst/>
          </a:prstGeom>
          <a:solidFill>
            <a:srgbClr val="EE8D5A"/>
          </a:solidFill>
          <a:ln w="12700">
            <a:solidFill>
              <a:srgbClr val="EE8D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274320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7FD1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38144" y="28895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38144" y="3218688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616F"/>
                </a:solidFill>
              </a:rPr>
              <a:t>Opens the route and pays from a wallet.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49240" y="3136392"/>
            <a:ext cx="594360" cy="329184"/>
          </a:xfrm>
          <a:prstGeom prst="chevron">
            <a:avLst/>
          </a:prstGeom>
          <a:solidFill>
            <a:srgbClr val="EE8D5A"/>
          </a:solidFill>
          <a:ln w="12700">
            <a:solidFill>
              <a:srgbClr val="EE8D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0" y="274320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7FD1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98464" y="28895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Unlock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98464" y="3218688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616F"/>
                </a:solidFill>
              </a:rPr>
              <a:t>Content opens immediately after confirmation.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09560" y="3136392"/>
            <a:ext cx="594360" cy="329184"/>
          </a:xfrm>
          <a:prstGeom prst="chevron">
            <a:avLst/>
          </a:prstGeom>
          <a:solidFill>
            <a:srgbClr val="EE8D5A"/>
          </a:solidFill>
          <a:ln w="12700">
            <a:solidFill>
              <a:srgbClr val="EE8D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274320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7FD1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58784" y="28895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Access pass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58784" y="3218688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616F"/>
                </a:solidFill>
              </a:rPr>
              <a:t>Optional NFT-backed portability for the wow moment.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" y="17830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8D5A"/>
                </a:solidFill>
              </a:rPr>
              <a:t>Core thesis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9808" y="2011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Money should move the moment access becomes available.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601200" y="6263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616F"/>
                </a:solidFill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D1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Creator creates a link.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Buyer pays in SOL.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Access unlocks.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NFT pass makes it portable.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86384" y="5212080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EE8D5A"/>
          </a:solidFill>
          <a:ln w="12700">
            <a:solidFill>
              <a:srgbClr val="EE8D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5413248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018"/>
                </a:solidFill>
              </a:rPr>
              <a:t>https://slick-web-lemon.vercel.app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46520" y="20116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Portable backup route available even before hosted Supabase tables are live.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46520" y="30632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D1C8"/>
                </a:solidFill>
              </a:rPr>
              <a:t>Show the QR from the creator screen.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FD1C8"/>
                </a:solidFill>
              </a:rPr>
              <a:t>Let the phone scan.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FD1C8"/>
                </a:solidFill>
              </a:rPr>
              <a:t>Keep Explorer links visible.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0" y="6263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616F"/>
                </a:solidFill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it works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Keep trust on-chain. Keep everything else lean and product-shaped.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2971800" cy="301752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F0E6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66544"/>
            <a:ext cx="2642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8D5A"/>
                </a:solidFill>
              </a:rPr>
              <a:t>Frontend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96112" y="2340864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 + wallet UX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816352"/>
            <a:ext cx="26426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Creator studio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Buyer viewer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Portable-link fallback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QR handoff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Explorer verification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69080" y="1920240"/>
            <a:ext cx="2971800" cy="301752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F0E6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33672" y="2066544"/>
            <a:ext cx="2642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8D5A"/>
                </a:solidFill>
              </a:rPr>
              <a:t>Chain layer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33672" y="2340864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Solana payment primitive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33672" y="2816352"/>
            <a:ext cx="26426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Content PDA registration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Direct SOL payment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NFT-backed access pass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Wallet-native ownership checks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0" y="1920240"/>
            <a:ext cx="2971800" cy="301752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F0E6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71232" y="2066544"/>
            <a:ext cx="2642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8D5A"/>
                </a:solidFill>
              </a:rPr>
              <a:t>Off-chain layer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571232" y="2340864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Supabase for speed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71232" y="2816352"/>
            <a:ext cx="26426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Content metadata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Private storage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Purchase persistence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Hosted records when schema is ready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53492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616F"/>
                </a:solidFill>
              </a:rPr>
              <a:t>The MVP wins because every layer is replaceable, composable, and small enough to trust in a live demo.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0" y="6263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616F"/>
                </a:solidFill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opportunity is not “all creator spend.” It is the programmable layer inside it.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68680" y="1874520"/>
            <a:ext cx="1097280" cy="3520440"/>
          </a:xfrm>
          <a:prstGeom prst="rect">
            <a:avLst/>
          </a:prstGeom>
          <a:solidFill>
            <a:srgbClr val="F0E6D7"/>
          </a:solidFill>
          <a:ln w="12700">
            <a:solidFill>
              <a:srgbClr val="F0E6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0" y="2331720"/>
            <a:ext cx="1097280" cy="3063240"/>
          </a:xfrm>
          <a:prstGeom prst="rect">
            <a:avLst/>
          </a:prstGeom>
          <a:solidFill>
            <a:srgbClr val="DFF7F2"/>
          </a:solidFill>
          <a:ln w="12700">
            <a:solidFill>
              <a:srgbClr val="DFF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00600" y="2788920"/>
            <a:ext cx="1097280" cy="2606040"/>
          </a:xfrm>
          <a:prstGeom prst="rect">
            <a:avLst/>
          </a:prstGeom>
          <a:solidFill>
            <a:srgbClr val="7FD1C8"/>
          </a:solidFill>
          <a:ln w="12700">
            <a:solidFill>
              <a:srgbClr val="7FD1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0" y="3840480"/>
            <a:ext cx="1097280" cy="1554480"/>
          </a:xfrm>
          <a:prstGeom prst="rect">
            <a:avLst/>
          </a:prstGeom>
          <a:solidFill>
            <a:srgbClr val="EE8D5A"/>
          </a:solidFill>
          <a:ln w="12700">
            <a:solidFill>
              <a:srgbClr val="EE8D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532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720"/>
                </a:solidFill>
              </a:rPr>
              <a:t>Creator economy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0" y="5532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720"/>
                </a:solidFill>
              </a:rPr>
              <a:t>Wallet-native spend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5532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720"/>
                </a:solidFill>
              </a:rPr>
              <a:t>Paid access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5532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720"/>
                </a:solidFill>
              </a:rPr>
              <a:t>Our wedge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0" y="224028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only need the smallest composable slice to matter: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paid content, paid tools, meterable APIs, and wallet-native access logic.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0" y="46634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Infrastructure businesses win by becoming default plumbing, not by owning every endpoint.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0" y="6263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616F"/>
                </a:solidFill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Solana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This is a product choice before it is a protocol choice.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3154680" cy="32004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F0E6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157984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8D5A"/>
                </a:solidFill>
              </a:rPr>
              <a:t>Speed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96112" y="2432304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 enough to demo live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907792"/>
            <a:ext cx="28254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The moment between clicking pay and showing the unlock needs to feel impressive, not fragile.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60520" y="2011680"/>
            <a:ext cx="3154680" cy="32004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F0E6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25112" y="2157984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8D5A"/>
                </a:solidFill>
              </a:rPr>
              <a:t>Cost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25112" y="2432304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Cheap enough for small digital purchases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25112" y="2907792"/>
            <a:ext cx="28254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Creators need low-friction pricing for notes, files, tutorials, and one-off drops.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89520" y="2011680"/>
            <a:ext cx="3154680" cy="32004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F0E6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54112" y="2157984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8D5A"/>
                </a:solidFill>
              </a:rPr>
              <a:t>Composability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54112" y="2432304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Wallets, NFTs, and future logic come for free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54112" y="2907792"/>
            <a:ext cx="28254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Portable access, referral splits, and richer payment logic all get easier once the base primitive works.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0" y="6263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616F"/>
                </a:solidFill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and execution posture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30632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F0E6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2157984"/>
            <a:ext cx="2734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8D5A"/>
                </a:solidFill>
              </a:rPr>
              <a:t>Product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41832" y="2432304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Narrative-led build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1832" y="2907792"/>
            <a:ext cx="27340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One hero flow.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One wow moment.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Every screen designed for a live demo and a real buyer story.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60520" y="2011680"/>
            <a:ext cx="30632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F0E6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25112" y="2157984"/>
            <a:ext cx="2734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8D5A"/>
                </a:solidFill>
              </a:rPr>
              <a:t>Engineering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25112" y="2432304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Lean stack, honest fallback paths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25112" y="2907792"/>
            <a:ext cx="27340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Local Solana scripts.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Hosted frontend.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Portable demo mode when backend tables are not ready yet.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43800" y="2011680"/>
            <a:ext cx="30632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F0E6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08392" y="2157984"/>
            <a:ext cx="2734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8D5A"/>
                </a:solidFill>
              </a:rPr>
              <a:t>Demo ops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08392" y="2432304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for pressure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08392" y="2907792"/>
            <a:ext cx="27340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Explorer links ready.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QR handoff ready.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616F"/>
                </a:solidFill>
              </a:rPr>
              <a:t>Backup recording and portable route ready.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" y="530352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9616F"/>
                </a:solidFill>
              </a:rPr>
              <a:t>This team wins the short sprint by making every technical choice serve the story, not the other way around.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0" y="6263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616F"/>
                </a:solidFill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7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is not a platform.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 is infrastructure.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" y="27432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D1C8"/>
                </a:solidFill>
              </a:rPr>
              <a:t>Today: creator paywall.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FD1C8"/>
                </a:solidFill>
              </a:rPr>
              <a:t>Tomorrow: programmable monetization layer for paid content, paid tools, and wallet-native access everywhere.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29400" y="1280160"/>
            <a:ext cx="3931920" cy="4114800"/>
          </a:xfrm>
          <a:prstGeom prst="roundRect">
            <a:avLst>
              <a:gd name="adj" fmla="val 1860"/>
            </a:avLst>
          </a:prstGeom>
          <a:solidFill>
            <a:srgbClr val="071018"/>
          </a:solidFill>
          <a:ln w="12700">
            <a:solidFill>
              <a:srgbClr val="EE8D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67728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8D5A"/>
                </a:solidFill>
              </a:rPr>
              <a:t>ASK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0" y="2240280"/>
            <a:ext cx="3154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creators willing to test paid drops with wallet-native buyers.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Ecosystem introductions around Solana distribution and creator tooling.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on where programmable access creates the most leverage first.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806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8D5A"/>
                </a:solidFill>
              </a:rPr>
              <a:t>slick-web-lemon.vercel.app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0" y="6263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9616F"/>
                </a:solidFill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Slick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Slick Pitch Deck</dc:title>
  <dc:subject>Programmable monetization layer on Solana</dc:subject>
  <dc:creator>Codex</dc:creator>
  <cp:lastModifiedBy>Codex</cp:lastModifiedBy>
  <cp:revision>1</cp:revision>
  <dcterms:created xsi:type="dcterms:W3CDTF">2026-05-05T17:39:17Z</dcterms:created>
  <dcterms:modified xsi:type="dcterms:W3CDTF">2026-05-05T17:39:17Z</dcterms:modified>
</cp:coreProperties>
</file>